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CCAB2459-6E7E-4B5E-A54A-8EC214309923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48567D-AB1E-4351-8A74-B04E03BD00CC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6C8A2F-0FB1-4DB4-800C-C3E6B4E648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17836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6C8A2F-0FB1-4DB4-800C-C3E6B4E64871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61538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F39E57-EFFD-5915-7B71-142FB253A2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6D2FF01-A936-0456-54EB-5B3196D9D4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8EAB5A6-BCFB-C8BD-345E-2C54C0CC8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25A76-9EAD-4F32-B1DB-A4AB040FCE74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6FE2B90-ECCA-A314-1967-C1516283C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6F83975-308E-4813-75A3-F60472903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E5D97-437C-454F-9F24-156C1AD014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7477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B7E5E2-FB33-4ACA-12F0-2179B374B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A8EE096-6A87-FD34-104F-60755263B1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85EF9BC-97C5-F225-A0A8-E2CC2D5D0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25A76-9EAD-4F32-B1DB-A4AB040FCE74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C50D9AE-1A30-DEA4-1405-17BA2A47D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B2C9F10-86EE-8F0B-247F-19940060D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E5D97-437C-454F-9F24-156C1AD014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8558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41EF85-8382-5374-66AC-F66B52B10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E4EBEBD-3436-536A-0EDE-F73B5ECEE2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0436081-D2E2-33E0-58BC-6F3F81D01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25A76-9EAD-4F32-B1DB-A4AB040FCE74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CA5F9BC-EE0C-F631-C778-448B059C6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DF35D9B-D585-B9F4-974D-2D626E8A2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E5D97-437C-454F-9F24-156C1AD014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7658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044129-65F0-A143-1C77-35C971866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28A1937-252C-9579-D232-03A36E805D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4D3A000-0F87-AFB5-C1E8-B7CCF65B62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B5676F1-F1F8-1A96-3A31-7964FFE33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25A76-9EAD-4F32-B1DB-A4AB040FCE74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7952E81-C12C-6E61-8924-B478E6F87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538F206-CCE4-B00C-FA22-F0CD4408B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E5D97-437C-454F-9F24-156C1AD014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153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5FE9DB-663C-B34D-EF34-8DE7DEEA3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A60B172-1CDC-0018-DE68-AEB28AD392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BB8CA48-0526-153B-B657-C458B5B379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5D1AEAA-6354-12DB-35EA-9D85961450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C6E2B18-54CE-4754-BD22-55336BABBB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E875C73-C8AA-FF03-BD29-1DBAC6557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25A76-9EAD-4F32-B1DB-A4AB040FCE74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A6043F2-95CF-6F39-B001-2242B1E3A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A3AA6EF-35BE-F9C9-1201-836DD5080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E5D97-437C-454F-9F24-156C1AD014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37022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1D9806-E54D-C4F0-99E9-16A4606FD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95783F6-C9C0-9CBA-D6FD-B101C8AF6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25A76-9EAD-4F32-B1DB-A4AB040FCE74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F8AA536-0777-D015-FE09-88FF8DF5D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493388D-E846-BA43-0022-41CEEE14F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E5D97-437C-454F-9F24-156C1AD014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94591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E46578C-0A5A-4364-7F68-E2270AEFB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25A76-9EAD-4F32-B1DB-A4AB040FCE74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4C4B3FF-454B-700C-2984-BCBBF3341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99706CE-2BD7-25BC-EDB7-4F9F99D66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E5D97-437C-454F-9F24-156C1AD014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78623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C4B8D6-3C9E-6685-9FFA-2DB42BA0E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E76CA0C-62F9-CB97-8369-19A8459A61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163A896-7028-9C74-DCDC-3B9EE911AB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88F5F06-EE20-5E27-AB76-27CB76D32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25A76-9EAD-4F32-B1DB-A4AB040FCE74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CDE933C-043C-FB90-DAE1-5655D6352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4C76F9A-A202-194D-FD50-DD02CC8CF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E5D97-437C-454F-9F24-156C1AD014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4402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354F65-F02D-F08B-BC8D-38F734A84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3153DCF-3797-F2DE-A2A5-034FCDEEFF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722A1F8-2705-C641-9165-CC530B0384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CB2AC12-A479-4753-F4A0-FCDC592A2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25A76-9EAD-4F32-B1DB-A4AB040FCE74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0B56763-111C-C6D3-B186-D530DFBFB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D516083-D9ED-585C-4975-4C7542EA3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E5D97-437C-454F-9F24-156C1AD014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36982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160C07-CE00-68AC-9DAD-37DAF2D2C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CE1B88F-DD70-91DB-7B4B-8EB041087F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BF2DE8C-716E-34FF-02BE-F25D1660D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25A76-9EAD-4F32-B1DB-A4AB040FCE74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D7BB7C4-D3F5-7608-E8E3-AFEA36DD9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90E87A6-1558-2BDB-62F9-562D883E2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E5D97-437C-454F-9F24-156C1AD014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5331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6ACD5727-919F-0735-86F1-01792B773E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8FB0399-F06B-C48E-CBF1-D4A1A2AFD8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5423E58-F68E-602E-EDFB-980F0A6D4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25A76-9EAD-4F32-B1DB-A4AB040FCE74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3B83859-0FAC-4511-9F70-00B6B2A3B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D399CB2-73CB-1BCB-170A-7298F915E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E5D97-437C-454F-9F24-156C1AD014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73818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D0FA87-01E0-0C81-B93F-06CC11247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F515E75-4DAF-0F4E-7A8A-8B8CD19759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A5B080A-BA48-BBCE-5DED-67BABAAFC3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C25A76-9EAD-4F32-B1DB-A4AB040FCE74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367F1BE-D2CF-5B49-D75B-DBD9A36276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01739B0-13EE-6BC6-EC57-53C0E98660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9E5D97-437C-454F-9F24-156C1AD014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2496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5EBF2B-217B-4800-452C-7570A84F51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333096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ПМ.02 Осуществление интеграции программных модулей 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1FC8DB3-9794-12D6-F93B-A9F8B7F6C5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93666" y="4406370"/>
            <a:ext cx="4030133" cy="2934229"/>
          </a:xfrm>
        </p:spPr>
        <p:txBody>
          <a:bodyPr/>
          <a:lstStyle/>
          <a:p>
            <a:pPr algn="l"/>
            <a:r>
              <a:rPr lang="ru-RU" dirty="0"/>
              <a:t>Группа 23П-1</a:t>
            </a:r>
          </a:p>
          <a:p>
            <a:pPr algn="l"/>
            <a:r>
              <a:rPr lang="ru-RU" dirty="0"/>
              <a:t>Работал над модулем</a:t>
            </a:r>
            <a:r>
              <a:rPr lang="en-US" dirty="0"/>
              <a:t>:</a:t>
            </a:r>
            <a:r>
              <a:rPr lang="ru-RU" dirty="0"/>
              <a:t> Копыльцов Роман Владимирович</a:t>
            </a:r>
          </a:p>
          <a:p>
            <a:pPr algn="l"/>
            <a:r>
              <a:rPr lang="ru-RU" dirty="0"/>
              <a:t>Руководитель</a:t>
            </a:r>
            <a:r>
              <a:rPr lang="en-US" dirty="0"/>
              <a:t>:</a:t>
            </a:r>
            <a:r>
              <a:rPr lang="ru-RU" dirty="0"/>
              <a:t> Седов Алексей Сергеевич</a:t>
            </a:r>
          </a:p>
        </p:txBody>
      </p:sp>
    </p:spTree>
    <p:extLst>
      <p:ext uri="{BB962C8B-B14F-4D97-AF65-F5344CB8AC3E}">
        <p14:creationId xmlns:p14="http://schemas.microsoft.com/office/powerpoint/2010/main" val="82004303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D40C5D-B70F-863F-CAAE-5995BA9CC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1 день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DB1AAE08-9B9C-7101-DA8F-036BB18388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76404" y="730485"/>
            <a:ext cx="5997460" cy="1920406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FC9B355-5F8B-5A38-1245-254BE48DE11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6706" y="2967817"/>
            <a:ext cx="3850428" cy="3548606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BD92867-4661-3863-2ECD-A2612F9ABB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5639" y="2864970"/>
            <a:ext cx="2840721" cy="3754299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0DED738-E0FA-C51F-2166-9968A9C807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798" y="2034336"/>
            <a:ext cx="4267201" cy="4584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741481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F5A3DF-E2BA-4332-A82D-89196C4DF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2 день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724C6386-5CA6-0D9E-D48F-F15E7E5495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36443" y="2698552"/>
            <a:ext cx="7319114" cy="356572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940A40A-0050-1BE3-3655-272FDE5E4D73}"/>
              </a:ext>
            </a:extLst>
          </p:cNvPr>
          <p:cNvSpPr txBox="1"/>
          <p:nvPr/>
        </p:nvSpPr>
        <p:spPr>
          <a:xfrm>
            <a:off x="956733" y="1690688"/>
            <a:ext cx="98467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 данном дне был реализовано </a:t>
            </a:r>
            <a:r>
              <a:rPr lang="en-US" dirty="0"/>
              <a:t>API</a:t>
            </a:r>
            <a:r>
              <a:rPr lang="ru-RU" dirty="0"/>
              <a:t>. Все основные изменения и добавления размещены в </a:t>
            </a:r>
            <a:r>
              <a:rPr lang="en-US" dirty="0"/>
              <a:t>GIT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9780772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66D909-2865-2722-9A8E-1149A4E93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3-5 Дни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1A3E1864-A619-FFBE-9FD8-9683CF89E4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9316" y="1831710"/>
            <a:ext cx="7350269" cy="446458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3F50547-AD75-F920-B7F4-8BD1F495B6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556" y="1752600"/>
            <a:ext cx="3705415" cy="462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797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F7A09D-9E00-36FD-FD69-F8FF79846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Создание окон произв. заказы и отчета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BD1C68DB-831E-A3FE-BE4D-DF4AF83744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4858" y="2637222"/>
            <a:ext cx="5780942" cy="324496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FBBA92D-9469-D450-1B6D-D5C0DCA726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37617"/>
            <a:ext cx="6250162" cy="3644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480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B0F70A-222B-1EEA-F7FE-048A49335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Создание окон рецептура и справочник продукции 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7687F3B9-29DD-404C-1450-7019DCB7BC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445" y="1690688"/>
            <a:ext cx="5547222" cy="3253117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E84858E-D318-D105-7ACB-A43C6CF50F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2875" y="2792664"/>
            <a:ext cx="6238826" cy="3700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23066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681EEC-B6E8-89F7-7CE2-225DD5AD1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Создание двух окон справочника сырья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059A75C4-F96C-B86B-C811-5320F2CF87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301" y="1888314"/>
            <a:ext cx="5936127" cy="349278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7054759-1147-E877-1F45-C294B0565F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6666" y="3000093"/>
            <a:ext cx="6045200" cy="3492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7444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8" presetClass="entr" presetSubtype="0" accel="5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8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AFB0B1-2E00-D45E-0582-AB6A20311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2233" y="2766218"/>
            <a:ext cx="6087533" cy="1325563"/>
          </a:xfrm>
        </p:spPr>
        <p:txBody>
          <a:bodyPr/>
          <a:lstStyle/>
          <a:p>
            <a:r>
              <a:rPr lang="ru-RU" dirty="0"/>
              <a:t>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415540352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66</Words>
  <Application>Microsoft Office PowerPoint</Application>
  <PresentationFormat>Широкоэкранный</PresentationFormat>
  <Paragraphs>13</Paragraphs>
  <Slides>8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Тема Office</vt:lpstr>
      <vt:lpstr>ПМ.02 Осуществление интеграции программных модулей  </vt:lpstr>
      <vt:lpstr>1 день</vt:lpstr>
      <vt:lpstr>2 день</vt:lpstr>
      <vt:lpstr>3-5 Дни</vt:lpstr>
      <vt:lpstr>Создание окон произв. заказы и отчета</vt:lpstr>
      <vt:lpstr>Создание окон рецептура и справочник продукции </vt:lpstr>
      <vt:lpstr>Создание двух окон справочника сырья</vt:lpstr>
      <vt:lpstr>СПАСИБО ЗА ВНИМАНИЕ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Копыльцов Рома</dc:creator>
  <cp:lastModifiedBy>Копыльцов Рома</cp:lastModifiedBy>
  <cp:revision>2</cp:revision>
  <dcterms:created xsi:type="dcterms:W3CDTF">2026-05-19T05:48:56Z</dcterms:created>
  <dcterms:modified xsi:type="dcterms:W3CDTF">2026-05-19T06:13:34Z</dcterms:modified>
</cp:coreProperties>
</file>